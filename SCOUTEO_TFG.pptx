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Segoe UI"/>
              </a:rPr>
              <a:t>SCOUTEO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92608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63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1D5DB"/>
                </a:solidFill>
                <a:latin typeface="Segoe UI"/>
              </a:rPr>
              <a:t>Sistema de Gestion Deportiva para Clubes de Futbol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94760"/>
            <a:ext cx="6400800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Alberto Perez Oncina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Segoe UI"/>
              </a:rPr>
              <a:t>CFGS Desarrollo de Aplicaciones Multiplataforma  |  Curso 2024 - 2025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011680"/>
            <a:ext cx="224028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20848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JavaFX 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816352"/>
            <a:ext cx="2240280" cy="56692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88950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Spring Boot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3621024"/>
            <a:ext cx="224028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3694176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PostgreSQL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4425696"/>
            <a:ext cx="2240280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449884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Cloud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5230368"/>
            <a:ext cx="2240280" cy="566928"/>
          </a:xfrm>
          <a:prstGeom prst="rect">
            <a:avLst/>
          </a:prstGeom>
          <a:solidFill>
            <a:srgbClr val="92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5303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React Native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51592" y="73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4151"/>
                </a:solidFill>
                <a:latin typeface="Segoe UI"/>
              </a:rPr>
              <a:t>SCOUTEO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5992" y="6473952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Segoe UI"/>
              </a:rPr>
              <a:t>2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35608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3464"/>
            <a:ext cx="1435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83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Por que Scouteo?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73152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Segoe UI"/>
              </a:rPr>
              <a:t>Los clubes de base gestionan de forma manual y dispersa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3566160" cy="4297680"/>
          </a:xfrm>
          <a:prstGeom prst="rect">
            <a:avLst/>
          </a:prstGeom>
          <a:solidFill>
            <a:srgbClr val="0E162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3566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9E0B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Comunicacion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  <a:latin typeface="Segoe UI"/>
              </a:rPr>
              <a:t>Convocatorias, avisos y cambios de horario
por WhatsApp — sin historial ni trazabilidad.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3566160" cy="4297680"/>
          </a:xfrm>
          <a:prstGeom prst="rect">
            <a:avLst/>
          </a:prstGeom>
          <a:solidFill>
            <a:srgbClr val="0E162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920240"/>
            <a:ext cx="35661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F4444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290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  <a:latin typeface="Segoe UI"/>
              </a:rPr>
              <a:t>Estadisticas de jugadores y plantillas
gestionadas en Excel, sin conexion entre modulos.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1920240"/>
            <a:ext cx="3566160" cy="4297680"/>
          </a:xfrm>
          <a:prstGeom prst="rect">
            <a:avLst/>
          </a:prstGeom>
          <a:solidFill>
            <a:srgbClr val="0E162B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192024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C3AED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Gestion medica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290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  <a:latin typeface="Segoe UI"/>
              </a:rPr>
              <a:t>Lesiones e historial medico en papel —
imposible de consultar rapidamente.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00800"/>
            <a:ext cx="1127455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Scouteo centraliza jugadores, partidos, entrenamientos, lesiones e informes en una sola plataforma.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51592" y="73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4151"/>
                </a:solidFill>
                <a:latin typeface="Segoe UI"/>
              </a:rPr>
              <a:t>SCOUTEO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5992" y="6473952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Segoe UI"/>
              </a:rPr>
              <a:t>3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179576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3464"/>
            <a:ext cx="1179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DISENO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83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Arquitectura del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73152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0" y="1645920"/>
            <a:ext cx="6492240" cy="4892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quitectura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416" y="1691640"/>
            <a:ext cx="2690446" cy="4800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1691640"/>
            <a:ext cx="4572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0992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App Escritorio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Segoe UI"/>
              </a:rPr>
              <a:t>JavaFX 25 + FXML + jpackage (.exe)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06040"/>
            <a:ext cx="438912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45720" cy="822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5292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API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Segoe UI"/>
              </a:rPr>
              <a:t>Spring Boot 3.3 en Google Cloud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49040"/>
            <a:ext cx="438912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77639"/>
            <a:ext cx="4572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95927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Base de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19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Segoe UI"/>
              </a:rPr>
              <a:t>PostgreSQL 15 en Supabase (cloud)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92039"/>
            <a:ext cx="438912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20640"/>
            <a:ext cx="457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3892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App Movil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321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Segoe UI"/>
              </a:rPr>
              <a:t>React Native, Android &amp; 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550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  <a:latin typeface="Segoe UI"/>
              </a:rPr>
              <a:t>Toda la comunicacion usa HTTPS + JWT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51592" y="73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4151"/>
                </a:solidFill>
                <a:latin typeface="Segoe UI"/>
              </a:rPr>
              <a:t>SCOUTEO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5992" y="6473952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Segoe UI"/>
              </a:rPr>
              <a:t>4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051560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3464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83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Base de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73152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Segoe UI"/>
              </a:rPr>
              <a:t>Supabase - PostgreSQL 15 - Esquema relacional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59E0B"/>
                </a:solidFill>
                <a:latin typeface="Segoe U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2103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9776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1D5DB"/>
                </a:solidFill>
                <a:latin typeface="Segoe UI"/>
              </a:rPr>
              <a:t>TABLAS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8288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7280"/>
                </a:solidFill>
                <a:latin typeface="Segoe UI"/>
              </a:rPr>
              <a:t>Tablas del modelo: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D1D5DB"/>
                </a:solidFill>
                <a:latin typeface="Segoe UI"/>
              </a:rPr>
              <a:t> clubs  -  configuracion  -  usuarios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D1D5DB"/>
                </a:solidFill>
                <a:latin typeface="Segoe UI"/>
              </a:rPr>
              <a:t> equipos  -  equipos_entrenadores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D1D5DB"/>
                </a:solidFill>
                <a:latin typeface="Segoe UI"/>
              </a:rPr>
              <a:t> jugadores  -  permisos_usuario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D1D5DB"/>
                </a:solidFill>
                <a:latin typeface="Segoe UI"/>
              </a:rPr>
              <a:t> partidos  -  convocatorias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D1D5DB"/>
                </a:solidFill>
                <a:latin typeface="Segoe UI"/>
              </a:rPr>
              <a:t> alineaciones  -  eventos_partido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D1D5DB"/>
                </a:solidFill>
                <a:latin typeface="Segoe UI"/>
              </a:rPr>
              <a:t> entrenamientos  -  asistencia_entrenamientos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D1D5DB"/>
                </a:solidFill>
                <a:latin typeface="Segoe UI"/>
              </a:rPr>
              <a:t> historial_medico  -  objetivos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5669280" cy="4892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_R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734" y="1691640"/>
            <a:ext cx="4682770" cy="48006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51592" y="73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4151"/>
                </a:solidFill>
                <a:latin typeface="Segoe UI"/>
              </a:rPr>
              <a:t>SCOUTEO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5992" y="6473952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Segoe UI"/>
              </a:rPr>
              <a:t>5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051560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3464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83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Tecnologias Utilizadas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73152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3736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7922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CLIENTE ESCRITORIO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Java 24 + JavaFX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151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Lenguaje y framework de interfaz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4436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FXML +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46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Vistas declarativas, estilos separados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7588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HttpClient Java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782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Comunicacion HTTP sin dependencias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0740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Gson 2.10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97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Serializacion / deserializacion JSON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3892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JasperReports 7.0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412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Generacion de informes en PDF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87044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jpackage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727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Instalador nativo ScouteoSetup.exe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1737360"/>
            <a:ext cx="3657600" cy="4572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17922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BACKEND /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39" y="2286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Spring Boot 3.3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39" y="26151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Framework principal del 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294436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39" y="3017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Spring Security + JWT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39" y="3346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Autenticacion y autorizacion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79" y="367588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39" y="3749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Spring Data JPA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39" y="40782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ORM, repositorios, Hibernate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440740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39" y="4480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BCrypt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39" y="48097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Cifrado de contrasenas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79" y="513892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39" y="5212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Supabase PostgreSQL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39" y="55412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Base de datos en la nube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79" y="587044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39" y="5943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Google Cloud Run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39" y="62727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Despliegue serverless del backend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9" y="1737360"/>
            <a:ext cx="3657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19" y="17922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APP MOVIL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9" y="2286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React Native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79" y="26151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Framework cross-platform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19" y="294436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79" y="3017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Android &amp; iOS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9" y="3346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Compilado para ambas plataformas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19" y="367588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79" y="3749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Misma API REST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79" y="40782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Reutiliza el backend existente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19" y="4407408"/>
            <a:ext cx="365760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79" y="4480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JWT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79" y="48097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Misma capa de seguridad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51592" y="73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4151"/>
                </a:solidFill>
                <a:latin typeface="Segoe UI"/>
              </a:rPr>
              <a:t>SCOUTEO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5992" y="6473952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Segoe UI"/>
              </a:rPr>
              <a:t>6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923544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3464"/>
            <a:ext cx="9235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83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Flujo End-to-End en Vivo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73152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Segoe UI"/>
              </a:rPr>
              <a:t>Se muestra el recorrido completo: BD -&gt; API -&gt; Escritorio -&gt; Movil</a:t>
            </a:r>
          </a:p>
        </p:txBody>
      </p:sp>
      <p:sp>
        <p:nvSpPr>
          <p:cNvPr id="10" name="Oval 9"/>
          <p:cNvSpPr/>
          <p:nvPr/>
        </p:nvSpPr>
        <p:spPr>
          <a:xfrm>
            <a:off x="2871216" y="3383280"/>
            <a:ext cx="960120" cy="960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349300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8316" y="4480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8316" y="487375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Segoe UI"/>
              </a:rPr>
              <a:t>Dashboard
Jugadores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1336" y="3845052"/>
            <a:ext cx="41148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42816" y="3383280"/>
            <a:ext cx="960120" cy="960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349300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9916" y="4480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Editar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9916" y="487375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Segoe UI"/>
              </a:rPr>
              <a:t>Cambiar dato
Guardar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02936" y="3845052"/>
            <a:ext cx="41148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14416" y="3383280"/>
            <a:ext cx="960120" cy="9601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349300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1516" y="4480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API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1516" y="487375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Segoe UI"/>
              </a:rPr>
              <a:t>PUT /api
Spring Boot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74536" y="3845052"/>
            <a:ext cx="41148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3383280"/>
            <a:ext cx="960120" cy="9601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6016" y="349300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3116" y="4480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Supabase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7375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Segoe UI"/>
              </a:rPr>
              <a:t>Tabla BD
en tiempo real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46136" y="3845052"/>
            <a:ext cx="41148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57616" y="3383280"/>
            <a:ext cx="960120" cy="9601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6" y="349300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4716" y="4480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App Movil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4716" y="487375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Segoe UI"/>
              </a:rPr>
              <a:t>Mismo dato
reflejado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126480"/>
            <a:ext cx="11183112" cy="457200"/>
          </a:xfrm>
          <a:prstGeom prst="rect">
            <a:avLst/>
          </a:prstGeom>
          <a:solidFill>
            <a:srgbClr val="0E162B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144768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9E0B"/>
                </a:solidFill>
                <a:latin typeface="Segoe UI"/>
              </a:rPr>
              <a:t>Esta diapositiva permanece en pantalla mientras se realiza la demostracion en directo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" y="5532120"/>
            <a:ext cx="2651760" cy="42062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" y="555040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1D5DB"/>
                </a:solidFill>
                <a:latin typeface="Segoe UI"/>
              </a:rPr>
              <a:t>Formulario edicion jugador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96996" y="5532120"/>
            <a:ext cx="2651760" cy="42062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6996" y="555040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1D5DB"/>
                </a:solidFill>
                <a:latin typeface="Segoe UI"/>
              </a:rPr>
              <a:t>Partidos + Convocatoria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0196" y="5532120"/>
            <a:ext cx="2651760" cy="42062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0196" y="555040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1D5DB"/>
                </a:solidFill>
                <a:latin typeface="Segoe UI"/>
              </a:rPr>
              <a:t>Estadisticas jugador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83396" y="5532120"/>
            <a:ext cx="2651760" cy="42062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83396" y="555040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1D5DB"/>
                </a:solidFill>
                <a:latin typeface="Segoe UI"/>
              </a:rPr>
              <a:t>Generacion PDF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51592" y="73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74151"/>
                </a:solidFill>
                <a:latin typeface="Segoe UI"/>
              </a:rPr>
              <a:t>SCOUTEO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5992" y="6473952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74151"/>
                </a:solidFill>
                <a:latin typeface="Segoe UI"/>
              </a:rPr>
              <a:t>7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691640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3464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83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Conclusiones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73152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349240" cy="4754880"/>
          </a:xfrm>
          <a:prstGeom prst="rect">
            <a:avLst/>
          </a:prstGeom>
          <a:solidFill>
            <a:srgbClr val="0E162B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53492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A5FA"/>
                </a:solidFill>
                <a:latin typeface="Segoe UI"/>
              </a:rPr>
              <a:t>Lo que propuse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534924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D1D5DB"/>
                </a:solidFill>
                <a:latin typeface="Segoe UI"/>
              </a:rPr>
              <a:t>  App escritorio JavaFX multiplataforma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D1D5DB"/>
                </a:solidFill>
                <a:latin typeface="Segoe UI"/>
              </a:rPr>
              <a:t>  API REST en la nube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D1D5DB"/>
                </a:solidFill>
                <a:latin typeface="Segoe UI"/>
              </a:rPr>
              <a:t>  Base de datos relacional centralizada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D1D5DB"/>
                </a:solidFill>
                <a:latin typeface="Segoe UI"/>
              </a:rPr>
              <a:t>  Autenticacion JWT + control de roles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D1D5DB"/>
                </a:solidFill>
                <a:latin typeface="Segoe UI"/>
              </a:rPr>
              <a:t>  Generacion de informes PDF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D1D5DB"/>
                </a:solidFill>
                <a:latin typeface="Segoe UI"/>
              </a:rPr>
              <a:t>  App movil complementaria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605272" cy="4754880"/>
          </a:xfrm>
          <a:prstGeom prst="rect">
            <a:avLst/>
          </a:prstGeom>
          <a:solidFill>
            <a:srgbClr val="0E162B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560527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874519"/>
            <a:ext cx="5605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Segoe UI"/>
              </a:rPr>
              <a:t>Lo que entrego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304288"/>
            <a:ext cx="5605272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10B981"/>
                </a:solidFill>
                <a:latin typeface="Segoe UI"/>
              </a:rPr>
              <a:t>OK  Instalador .exe  -  JavaFX 25  -  Windows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10B981"/>
                </a:solidFill>
                <a:latin typeface="Segoe UI"/>
              </a:rPr>
              <a:t>OK  Spring Boot en Google Cloud Run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10B981"/>
                </a:solidFill>
                <a:latin typeface="Segoe UI"/>
              </a:rPr>
              <a:t>OK  15 tablas en Supabase PostgreSQL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10B981"/>
                </a:solidFill>
                <a:latin typeface="Segoe UI"/>
              </a:rPr>
              <a:t>OK  3 roles  -  Spring Security  -  BCrypt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10B981"/>
                </a:solidFill>
                <a:latin typeface="Segoe UI"/>
              </a:rPr>
              <a:t>OK  JasperReports  -  3 tipos de informe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F59E0B"/>
                </a:solidFill>
                <a:latin typeface="Segoe UI"/>
              </a:rPr>
              <a:t>~   React Native  -  funcionalidades basicas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783080"/>
            <a:ext cx="45720" cy="4754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6492240"/>
            <a:ext cx="11365992" cy="292608"/>
          </a:xfrm>
          <a:prstGeom prst="rect">
            <a:avLst/>
          </a:prstGeom>
          <a:solidFill>
            <a:srgbClr val="0E162B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Segoe UI"/>
              </a:rPr>
              <a:t>Mejoras futuras:  modo offline  -  notificaciones push  -  modulo economico  -  IA de alineaciones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